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 id="263" r:id="rId3"/>
    <p:sldId id="257" r:id="rId4"/>
    <p:sldId id="258" r:id="rId5"/>
    <p:sldId id="259" r:id="rId6"/>
    <p:sldId id="260" r:id="rId7"/>
    <p:sldId id="262"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A2E3A3-84FF-F8E8-FDC7-C5F20472869C}" v="6" dt="2026-01-27T23:55:22.4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13" d="100"/>
          <a:sy n="113" d="100"/>
        </p:scale>
        <p:origin x="22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0C4F9-5EE7-47B7-B965-368EB53A4352}"/>
              </a:ext>
            </a:extLst>
          </p:cNvPr>
          <p:cNvSpPr>
            <a:spLocks noGrp="1"/>
          </p:cNvSpPr>
          <p:nvPr>
            <p:ph type="ctrTitle"/>
          </p:nvPr>
        </p:nvSpPr>
        <p:spPr>
          <a:xfrm>
            <a:off x="647700" y="1181099"/>
            <a:ext cx="6864724" cy="3581399"/>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7A4A1F1-374F-4FC8-89F7-83065EA4F5DD}"/>
              </a:ext>
            </a:extLst>
          </p:cNvPr>
          <p:cNvSpPr>
            <a:spLocks noGrp="1"/>
          </p:cNvSpPr>
          <p:nvPr>
            <p:ph type="subTitle" idx="1"/>
          </p:nvPr>
        </p:nvSpPr>
        <p:spPr>
          <a:xfrm>
            <a:off x="647700" y="5075227"/>
            <a:ext cx="6864724" cy="868374"/>
          </a:xfrm>
        </p:spPr>
        <p:txBody>
          <a:bodyPr>
            <a:normAutofit/>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FB5CB5F-AE9B-4C02-B16F-C462CAFC1963}"/>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5" name="Footer Placeholder 4">
            <a:extLst>
              <a:ext uri="{FF2B5EF4-FFF2-40B4-BE49-F238E27FC236}">
                <a16:creationId xmlns:a16="http://schemas.microsoft.com/office/drawing/2014/main" id="{4114B1CC-830B-4695-B174-D9E9100A86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DCD43F-E516-4123-A6D8-DB72C3CC50B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034803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C81FA8-039D-4BAF-8AAB-7B6616AFEE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974440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96BE-9AF9-4E97-9204-5B672D797384}"/>
              </a:ext>
            </a:extLst>
          </p:cNvPr>
          <p:cNvSpPr>
            <a:spLocks noGrp="1"/>
          </p:cNvSpPr>
          <p:nvPr>
            <p:ph type="title"/>
          </p:nvPr>
        </p:nvSpPr>
        <p:spPr>
          <a:xfrm>
            <a:off x="1981200" y="2362200"/>
            <a:ext cx="7696200" cy="24003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5EDF98A-E8AE-4443-9A8C-CB35DEB2CE60}"/>
              </a:ext>
            </a:extLst>
          </p:cNvPr>
          <p:cNvSpPr>
            <a:spLocks noGrp="1"/>
          </p:cNvSpPr>
          <p:nvPr>
            <p:ph type="body" idx="1"/>
          </p:nvPr>
        </p:nvSpPr>
        <p:spPr>
          <a:xfrm>
            <a:off x="1981200" y="5067300"/>
            <a:ext cx="7696200" cy="876300"/>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7114B-35CB-40C5-BCC8-C5039524FFC1}"/>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5" name="Footer Placeholder 4">
            <a:extLst>
              <a:ext uri="{FF2B5EF4-FFF2-40B4-BE49-F238E27FC236}">
                <a16:creationId xmlns:a16="http://schemas.microsoft.com/office/drawing/2014/main" id="{7A1AA324-982E-42C4-8002-5F236877C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01596-9353-4C1A-972E-6522F2B4204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836168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F0BC9-7469-437A-B92B-0A2627E4B9B4}"/>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1B7D887-595C-4649-AF8E-E78307000D4A}"/>
              </a:ext>
            </a:extLst>
          </p:cNvPr>
          <p:cNvSpPr>
            <a:spLocks noGrp="1"/>
          </p:cNvSpPr>
          <p:nvPr>
            <p:ph sz="half" idx="1"/>
          </p:nvPr>
        </p:nvSpPr>
        <p:spPr>
          <a:xfrm>
            <a:off x="914400" y="1825625"/>
            <a:ext cx="49911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39FE29C-ED37-4DD9-949F-0024342619E1}"/>
              </a:ext>
            </a:extLst>
          </p:cNvPr>
          <p:cNvSpPr>
            <a:spLocks noGrp="1"/>
          </p:cNvSpPr>
          <p:nvPr>
            <p:ph sz="half" idx="2"/>
          </p:nvPr>
        </p:nvSpPr>
        <p:spPr>
          <a:xfrm>
            <a:off x="6248400" y="1825625"/>
            <a:ext cx="5029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A6F6AA34-8CC0-4E5B-8396-0AC75633142B}"/>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6" name="Footer Placeholder 5">
            <a:extLst>
              <a:ext uri="{FF2B5EF4-FFF2-40B4-BE49-F238E27FC236}">
                <a16:creationId xmlns:a16="http://schemas.microsoft.com/office/drawing/2014/main" id="{28DF7398-73FE-4D27-AFF9-91BEBFED32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00880-10EE-4115-8BBB-13DDF270DBD1}"/>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857363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F3C9B-D20D-43FA-BA18-D50F86A9127E}"/>
              </a:ext>
            </a:extLst>
          </p:cNvPr>
          <p:cNvSpPr>
            <a:spLocks noGrp="1"/>
          </p:cNvSpPr>
          <p:nvPr>
            <p:ph type="title"/>
          </p:nvPr>
        </p:nvSpPr>
        <p:spPr>
          <a:xfrm>
            <a:off x="652371" y="647699"/>
            <a:ext cx="10625229" cy="115062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52F00A-F4EE-40FC-9325-373840422D52}"/>
              </a:ext>
            </a:extLst>
          </p:cNvPr>
          <p:cNvSpPr>
            <a:spLocks noGrp="1"/>
          </p:cNvSpPr>
          <p:nvPr>
            <p:ph type="body" idx="1"/>
          </p:nvPr>
        </p:nvSpPr>
        <p:spPr>
          <a:xfrm>
            <a:off x="655863" y="1879599"/>
            <a:ext cx="5157787"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75DD90-A306-4A8B-A54C-8033B7F7F0E9}"/>
              </a:ext>
            </a:extLst>
          </p:cNvPr>
          <p:cNvSpPr>
            <a:spLocks noGrp="1"/>
          </p:cNvSpPr>
          <p:nvPr>
            <p:ph sz="half" idx="2"/>
          </p:nvPr>
        </p:nvSpPr>
        <p:spPr>
          <a:xfrm>
            <a:off x="655863" y="2560955"/>
            <a:ext cx="5157787"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040E0AA-F8F8-4862-B27B-50FAF2F34DE0}"/>
              </a:ext>
            </a:extLst>
          </p:cNvPr>
          <p:cNvSpPr>
            <a:spLocks noGrp="1"/>
          </p:cNvSpPr>
          <p:nvPr>
            <p:ph type="body" sz="quarter" idx="3"/>
          </p:nvPr>
        </p:nvSpPr>
        <p:spPr>
          <a:xfrm>
            <a:off x="6094412" y="1879599"/>
            <a:ext cx="5183188"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EBDD6-EDA1-4CE7-9DDC-9D977E12DDAB}"/>
              </a:ext>
            </a:extLst>
          </p:cNvPr>
          <p:cNvSpPr>
            <a:spLocks noGrp="1"/>
          </p:cNvSpPr>
          <p:nvPr>
            <p:ph sz="quarter" idx="4"/>
          </p:nvPr>
        </p:nvSpPr>
        <p:spPr>
          <a:xfrm>
            <a:off x="6094412" y="2560955"/>
            <a:ext cx="5183188"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0044487-D350-4434-A5C7-A96942FFC95E}"/>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8" name="Footer Placeholder 7">
            <a:extLst>
              <a:ext uri="{FF2B5EF4-FFF2-40B4-BE49-F238E27FC236}">
                <a16:creationId xmlns:a16="http://schemas.microsoft.com/office/drawing/2014/main" id="{3389DC43-E591-42BF-82EE-E4887E4BC5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8CD421-2D00-41DD-A393-4739E389D95E}"/>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069082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9A8B-0FAF-431C-9657-9003FA0373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BBA2A1-331D-40F8-867B-CE15011360A1}"/>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4" name="Footer Placeholder 3">
            <a:extLst>
              <a:ext uri="{FF2B5EF4-FFF2-40B4-BE49-F238E27FC236}">
                <a16:creationId xmlns:a16="http://schemas.microsoft.com/office/drawing/2014/main" id="{850995C1-5121-47B6-AC6D-F60C0FF663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BE022-9B54-431C-80D5-5D8F2AFCB92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78478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15B6E5-6347-41F6-85FC-3BF3652D1BC3}"/>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3" name="Footer Placeholder 2">
            <a:extLst>
              <a:ext uri="{FF2B5EF4-FFF2-40B4-BE49-F238E27FC236}">
                <a16:creationId xmlns:a16="http://schemas.microsoft.com/office/drawing/2014/main" id="{1C6A93F6-45F8-4453-B5DC-B2F3D5D0B5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E364E1-213B-4AF0-80D7-8101EFD5E41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002478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0B5D-E76D-4797-AD77-15625D675F3A}"/>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9744D8D-C9CF-43B2-905D-2368B17A539A}"/>
              </a:ext>
            </a:extLst>
          </p:cNvPr>
          <p:cNvSpPr>
            <a:spLocks noGrp="1"/>
          </p:cNvSpPr>
          <p:nvPr>
            <p:ph idx="1"/>
          </p:nvPr>
        </p:nvSpPr>
        <p:spPr>
          <a:xfrm>
            <a:off x="5540188" y="914400"/>
            <a:ext cx="5737412" cy="50291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1B4BF0C-D14C-46D7-ACDD-1885DDD883F1}"/>
              </a:ext>
            </a:extLst>
          </p:cNvPr>
          <p:cNvSpPr>
            <a:spLocks noGrp="1"/>
          </p:cNvSpPr>
          <p:nvPr>
            <p:ph type="body" sz="half" idx="2"/>
          </p:nvPr>
        </p:nvSpPr>
        <p:spPr>
          <a:xfrm>
            <a:off x="652372" y="2697479"/>
            <a:ext cx="4119654" cy="32461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FD7D8D-72E7-4ABD-BB87-80BB49003104}"/>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6" name="Footer Placeholder 5">
            <a:extLst>
              <a:ext uri="{FF2B5EF4-FFF2-40B4-BE49-F238E27FC236}">
                <a16:creationId xmlns:a16="http://schemas.microsoft.com/office/drawing/2014/main" id="{A9D9C1CE-C8CE-4364-A021-ADC2D64726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E6FA33-09EF-495A-853E-63750CA37AC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923480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F023E-952E-40DF-A101-74D22789D534}"/>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1E98DD-BF5D-4CCA-8C66-F2A6CE11271C}"/>
              </a:ext>
            </a:extLst>
          </p:cNvPr>
          <p:cNvSpPr>
            <a:spLocks noGrp="1"/>
          </p:cNvSpPr>
          <p:nvPr>
            <p:ph type="pic" idx="1"/>
          </p:nvPr>
        </p:nvSpPr>
        <p:spPr>
          <a:xfrm>
            <a:off x="5486400" y="914400"/>
            <a:ext cx="5791200" cy="50291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0EC22A6-F2C2-4A88-BEE5-2D6CEB520EB9}"/>
              </a:ext>
            </a:extLst>
          </p:cNvPr>
          <p:cNvSpPr>
            <a:spLocks noGrp="1"/>
          </p:cNvSpPr>
          <p:nvPr>
            <p:ph type="body" sz="half" idx="2"/>
          </p:nvPr>
        </p:nvSpPr>
        <p:spPr>
          <a:xfrm>
            <a:off x="652372" y="2697480"/>
            <a:ext cx="4119654" cy="31715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A1F755-C7AF-4C50-8CA8-828612A767B0}"/>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6" name="Footer Placeholder 5">
            <a:extLst>
              <a:ext uri="{FF2B5EF4-FFF2-40B4-BE49-F238E27FC236}">
                <a16:creationId xmlns:a16="http://schemas.microsoft.com/office/drawing/2014/main" id="{C1EDE175-E818-477C-A3F6-7DD65C1268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D0B8E3-DB91-440B-818F-71E4248BB10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745402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8C0AF-44D0-4830-AF13-49B8522BE6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1B4D8C-6045-47B3-9A0C-F2215A904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9A9F1-F398-416A-A8C0-0A36D838DD15}"/>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5" name="Footer Placeholder 4">
            <a:extLst>
              <a:ext uri="{FF2B5EF4-FFF2-40B4-BE49-F238E27FC236}">
                <a16:creationId xmlns:a16="http://schemas.microsoft.com/office/drawing/2014/main" id="{6E37F801-C9FB-4A34-8386-BA9FBACCB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05176-F6E9-4997-8355-74F2A4560A65}"/>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970233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EBC807-13E1-4F3F-83FA-FD9BD24F3B1F}"/>
              </a:ext>
            </a:extLst>
          </p:cNvPr>
          <p:cNvSpPr>
            <a:spLocks noGrp="1"/>
          </p:cNvSpPr>
          <p:nvPr>
            <p:ph type="title" orient="vert"/>
          </p:nvPr>
        </p:nvSpPr>
        <p:spPr>
          <a:xfrm>
            <a:off x="8986520" y="647699"/>
            <a:ext cx="2291080" cy="52959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9B7E2EAA-155E-482E-A2B8-547653B253EE}"/>
              </a:ext>
            </a:extLst>
          </p:cNvPr>
          <p:cNvSpPr>
            <a:spLocks noGrp="1"/>
          </p:cNvSpPr>
          <p:nvPr>
            <p:ph type="body" orient="vert" idx="1"/>
          </p:nvPr>
        </p:nvSpPr>
        <p:spPr>
          <a:xfrm>
            <a:off x="652371" y="647699"/>
            <a:ext cx="8120789" cy="52959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4A4BDC-BDD0-417D-AF7C-516EE556D7E4}"/>
              </a:ext>
            </a:extLst>
          </p:cNvPr>
          <p:cNvSpPr>
            <a:spLocks noGrp="1"/>
          </p:cNvSpPr>
          <p:nvPr>
            <p:ph type="dt" sz="half" idx="10"/>
          </p:nvPr>
        </p:nvSpPr>
        <p:spPr/>
        <p:txBody>
          <a:bodyPr/>
          <a:lstStyle/>
          <a:p>
            <a:fld id="{D341B595-366B-43E2-A22E-EA6A78C03F06}" type="datetimeFigureOut">
              <a:rPr lang="en-US" smtClean="0"/>
              <a:t>1/30/2026</a:t>
            </a:fld>
            <a:endParaRPr lang="en-US"/>
          </a:p>
        </p:txBody>
      </p:sp>
      <p:sp>
        <p:nvSpPr>
          <p:cNvPr id="5" name="Footer Placeholder 4">
            <a:extLst>
              <a:ext uri="{FF2B5EF4-FFF2-40B4-BE49-F238E27FC236}">
                <a16:creationId xmlns:a16="http://schemas.microsoft.com/office/drawing/2014/main" id="{0EF663EC-23F9-4202-80F3-F8E550884F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8402D-7367-485B-AEA6-5AB2B8209D1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013454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5EB7D6-B8CB-49E3-874F-2255BEE82473}"/>
              </a:ext>
            </a:extLst>
          </p:cNvPr>
          <p:cNvSpPr>
            <a:spLocks noGrp="1"/>
          </p:cNvSpPr>
          <p:nvPr>
            <p:ph type="title"/>
          </p:nvPr>
        </p:nvSpPr>
        <p:spPr>
          <a:xfrm>
            <a:off x="652371" y="647700"/>
            <a:ext cx="10625229" cy="114705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BEEAC5-A8AB-4FE8-A270-D70F7DED4A50}"/>
              </a:ext>
            </a:extLst>
          </p:cNvPr>
          <p:cNvSpPr>
            <a:spLocks noGrp="1"/>
          </p:cNvSpPr>
          <p:nvPr>
            <p:ph type="body" idx="1"/>
          </p:nvPr>
        </p:nvSpPr>
        <p:spPr>
          <a:xfrm>
            <a:off x="652371" y="2095500"/>
            <a:ext cx="10620855" cy="3848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7B6506C-52BF-4C05-AD31-7C08B80151CB}"/>
              </a:ext>
            </a:extLst>
          </p:cNvPr>
          <p:cNvSpPr>
            <a:spLocks noGrp="1"/>
          </p:cNvSpPr>
          <p:nvPr>
            <p:ph type="dt" sz="half" idx="2"/>
          </p:nvPr>
        </p:nvSpPr>
        <p:spPr>
          <a:xfrm>
            <a:off x="652371" y="6332538"/>
            <a:ext cx="3006492" cy="365125"/>
          </a:xfrm>
          <a:prstGeom prst="rect">
            <a:avLst/>
          </a:prstGeom>
        </p:spPr>
        <p:txBody>
          <a:bodyPr vert="horz" lIns="91440" tIns="45720" rIns="91440" bIns="45720" rtlCol="0" anchor="ctr"/>
          <a:lstStyle>
            <a:lvl1pPr algn="l">
              <a:defRPr sz="900" b="1" spc="100" baseline="0">
                <a:solidFill>
                  <a:schemeClr val="tx1"/>
                </a:solidFill>
              </a:defRPr>
            </a:lvl1pPr>
          </a:lstStyle>
          <a:p>
            <a:fld id="{D341B595-366B-43E2-A22E-EA6A78C03F06}" type="datetimeFigureOut">
              <a:rPr lang="en-US" smtClean="0"/>
              <a:t>1/30/2026</a:t>
            </a:fld>
            <a:endParaRPr lang="en-US"/>
          </a:p>
        </p:txBody>
      </p:sp>
      <p:sp>
        <p:nvSpPr>
          <p:cNvPr id="5" name="Footer Placeholder 4">
            <a:extLst>
              <a:ext uri="{FF2B5EF4-FFF2-40B4-BE49-F238E27FC236}">
                <a16:creationId xmlns:a16="http://schemas.microsoft.com/office/drawing/2014/main" id="{F2534630-6C67-4A40-A499-CB025B2438CE}"/>
              </a:ext>
            </a:extLst>
          </p:cNvPr>
          <p:cNvSpPr>
            <a:spLocks noGrp="1"/>
          </p:cNvSpPr>
          <p:nvPr>
            <p:ph type="ftr" sz="quarter" idx="3"/>
          </p:nvPr>
        </p:nvSpPr>
        <p:spPr>
          <a:xfrm>
            <a:off x="8034169" y="6332538"/>
            <a:ext cx="3505459" cy="365125"/>
          </a:xfrm>
          <a:prstGeom prst="rect">
            <a:avLst/>
          </a:prstGeom>
        </p:spPr>
        <p:txBody>
          <a:bodyPr vert="horz" lIns="91440" tIns="45720" rIns="91440" bIns="45720" rtlCol="0" anchor="ctr"/>
          <a:lstStyle>
            <a:lvl1pPr algn="r">
              <a:defRPr sz="900" b="1"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E964E14B-0EE8-4015-809C-DD36B5459B82}"/>
              </a:ext>
            </a:extLst>
          </p:cNvPr>
          <p:cNvSpPr>
            <a:spLocks noGrp="1"/>
          </p:cNvSpPr>
          <p:nvPr>
            <p:ph type="sldNum" sz="quarter" idx="4"/>
          </p:nvPr>
        </p:nvSpPr>
        <p:spPr>
          <a:xfrm>
            <a:off x="11444747" y="6332538"/>
            <a:ext cx="539808" cy="365125"/>
          </a:xfrm>
          <a:prstGeom prst="rect">
            <a:avLst/>
          </a:prstGeom>
        </p:spPr>
        <p:txBody>
          <a:bodyPr vert="horz" lIns="91440" tIns="45720" rIns="91440" bIns="45720" rtlCol="0" anchor="ctr"/>
          <a:lstStyle>
            <a:lvl1pPr algn="r">
              <a:defRPr sz="900" b="1" spc="100" baseline="0">
                <a:solidFill>
                  <a:schemeClr val="tx1"/>
                </a:solidFill>
              </a:defRPr>
            </a:lvl1pPr>
          </a:lstStyle>
          <a:p>
            <a:fld id="{4BA915EE-10CB-4CF1-8569-6154455DA573}" type="slidenum">
              <a:rPr lang="en-US" smtClean="0"/>
              <a:t>‹#›</a:t>
            </a:fld>
            <a:endParaRPr lang="en-US"/>
          </a:p>
        </p:txBody>
      </p:sp>
    </p:spTree>
    <p:extLst>
      <p:ext uri="{BB962C8B-B14F-4D97-AF65-F5344CB8AC3E}">
        <p14:creationId xmlns:p14="http://schemas.microsoft.com/office/powerpoint/2010/main" val="333013584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txStyles>
    <p:title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20FBD20-EC25-4BEE-AD5F-E459FA1E6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9BB7305-7C2D-290B-2CC5-A7368DB8F6D1}"/>
              </a:ext>
            </a:extLst>
          </p:cNvPr>
          <p:cNvPicPr>
            <a:picLocks noChangeAspect="1"/>
          </p:cNvPicPr>
          <p:nvPr/>
        </p:nvPicPr>
        <p:blipFill>
          <a:blip r:embed="rId2"/>
          <a:srcRect t="22884" r="-2" b="14608"/>
          <a:stretch/>
        </p:blipFill>
        <p:spPr>
          <a:xfrm>
            <a:off x="20" y="-4"/>
            <a:ext cx="12191980" cy="6858004"/>
          </a:xfrm>
          <a:prstGeom prst="rect">
            <a:avLst/>
          </a:prstGeom>
        </p:spPr>
      </p:pic>
      <p:sp>
        <p:nvSpPr>
          <p:cNvPr id="11" name="Rectangle 10">
            <a:extLst>
              <a:ext uri="{FF2B5EF4-FFF2-40B4-BE49-F238E27FC236}">
                <a16:creationId xmlns:a16="http://schemas.microsoft.com/office/drawing/2014/main" id="{67F1335F-97CE-4842-9A57-2B6A3F459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30880"/>
            <a:ext cx="12192000" cy="3627120"/>
          </a:xfrm>
          <a:prstGeom prst="rect">
            <a:avLst/>
          </a:prstGeom>
          <a:gradFill>
            <a:gsLst>
              <a:gs pos="0">
                <a:srgbClr val="000000">
                  <a:alpha val="0"/>
                </a:srgbClr>
              </a:gs>
              <a:gs pos="100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981199" y="2362200"/>
            <a:ext cx="6438645" cy="2400300"/>
          </a:xfrm>
        </p:spPr>
        <p:txBody>
          <a:bodyPr>
            <a:normAutofit/>
          </a:bodyPr>
          <a:lstStyle/>
          <a:p>
            <a:r>
              <a:rPr lang="en-US" sz="4800"/>
              <a:t>Project Proposal</a:t>
            </a:r>
          </a:p>
        </p:txBody>
      </p:sp>
      <p:sp>
        <p:nvSpPr>
          <p:cNvPr id="3" name="Subtitle 2"/>
          <p:cNvSpPr>
            <a:spLocks noGrp="1"/>
          </p:cNvSpPr>
          <p:nvPr>
            <p:ph type="subTitle" idx="1"/>
          </p:nvPr>
        </p:nvSpPr>
        <p:spPr>
          <a:xfrm>
            <a:off x="2018489" y="5075226"/>
            <a:ext cx="6438645" cy="1135074"/>
          </a:xfrm>
        </p:spPr>
        <p:txBody>
          <a:bodyPr vert="horz" lIns="91440" tIns="45720" rIns="91440" bIns="45720" rtlCol="0">
            <a:normAutofit/>
          </a:bodyPr>
          <a:lstStyle/>
          <a:p>
            <a:r>
              <a:rPr lang="en-US">
                <a:solidFill>
                  <a:srgbClr val="FFFFFF"/>
                </a:solidFill>
              </a:rPr>
              <a:t>Digital Innovation Project Proposal</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D569D-072A-3555-9E28-CFAD7E7C493D}"/>
              </a:ext>
            </a:extLst>
          </p:cNvPr>
          <p:cNvSpPr>
            <a:spLocks noGrp="1"/>
          </p:cNvSpPr>
          <p:nvPr>
            <p:ph type="title"/>
          </p:nvPr>
        </p:nvSpPr>
        <p:spPr/>
        <p:txBody>
          <a:bodyPr/>
          <a:lstStyle/>
          <a:p>
            <a:r>
              <a:rPr lang="en-US" dirty="0"/>
              <a:t>Brainstorm</a:t>
            </a:r>
          </a:p>
        </p:txBody>
      </p:sp>
      <p:sp>
        <p:nvSpPr>
          <p:cNvPr id="3" name="Content Placeholder 2">
            <a:extLst>
              <a:ext uri="{FF2B5EF4-FFF2-40B4-BE49-F238E27FC236}">
                <a16:creationId xmlns:a16="http://schemas.microsoft.com/office/drawing/2014/main" id="{E22EC233-4E6C-211E-1975-02E3A4941357}"/>
              </a:ext>
            </a:extLst>
          </p:cNvPr>
          <p:cNvSpPr>
            <a:spLocks noGrp="1"/>
          </p:cNvSpPr>
          <p:nvPr>
            <p:ph idx="1"/>
          </p:nvPr>
        </p:nvSpPr>
        <p:spPr/>
        <p:txBody>
          <a:bodyPr/>
          <a:lstStyle/>
          <a:p>
            <a:pPr marL="0" indent="0">
              <a:lnSpc>
                <a:spcPct val="100000"/>
              </a:lnSpc>
              <a:spcBef>
                <a:spcPts val="600"/>
              </a:spcBef>
              <a:buNone/>
            </a:pPr>
            <a:r>
              <a:rPr lang="en-NZ" dirty="0"/>
              <a:t>Type of project: Game</a:t>
            </a:r>
          </a:p>
          <a:p>
            <a:pPr marL="0" indent="0">
              <a:lnSpc>
                <a:spcPct val="100000"/>
              </a:lnSpc>
              <a:spcBef>
                <a:spcPts val="600"/>
              </a:spcBef>
              <a:buNone/>
            </a:pPr>
            <a:r>
              <a:rPr lang="en-NZ" dirty="0"/>
              <a:t>Game types:</a:t>
            </a:r>
          </a:p>
          <a:p>
            <a:pPr marL="0" indent="0">
              <a:lnSpc>
                <a:spcPct val="100000"/>
              </a:lnSpc>
              <a:spcBef>
                <a:spcPts val="600"/>
              </a:spcBef>
              <a:buNone/>
            </a:pPr>
            <a:r>
              <a:rPr lang="en-NZ" dirty="0"/>
              <a:t>FPS, survival, horror, platformer, </a:t>
            </a:r>
            <a:r>
              <a:rPr lang="en-NZ" u="sng" dirty="0"/>
              <a:t>rhythm</a:t>
            </a:r>
          </a:p>
          <a:p>
            <a:pPr marL="0" indent="0">
              <a:lnSpc>
                <a:spcPct val="100000"/>
              </a:lnSpc>
              <a:spcBef>
                <a:spcPts val="600"/>
              </a:spcBef>
              <a:buNone/>
            </a:pPr>
            <a:r>
              <a:rPr lang="en-NZ" dirty="0"/>
              <a:t>Idea: Rhythm Game</a:t>
            </a:r>
            <a:endParaRPr lang="en-US" dirty="0"/>
          </a:p>
          <a:p>
            <a:pPr marL="0" indent="0">
              <a:lnSpc>
                <a:spcPct val="100000"/>
              </a:lnSpc>
              <a:spcBef>
                <a:spcPts val="600"/>
              </a:spcBef>
              <a:buNone/>
            </a:pPr>
            <a:r>
              <a:rPr lang="en-NZ" dirty="0"/>
              <a:t>Requirements: Playable window, input detection, music, notes, note accuracy</a:t>
            </a:r>
          </a:p>
          <a:p>
            <a:pPr marL="0" indent="0">
              <a:lnSpc>
                <a:spcPct val="100000"/>
              </a:lnSpc>
              <a:spcBef>
                <a:spcPts val="600"/>
              </a:spcBef>
              <a:buNone/>
            </a:pPr>
            <a:r>
              <a:rPr lang="en-NZ" dirty="0"/>
              <a:t>Extra: Score keeping, different music, extra customization (Note types, colour, note speed), map gimmicks</a:t>
            </a:r>
          </a:p>
          <a:p>
            <a:pPr marL="0" indent="0">
              <a:lnSpc>
                <a:spcPct val="100000"/>
              </a:lnSpc>
              <a:spcBef>
                <a:spcPts val="600"/>
              </a:spcBef>
              <a:buNone/>
            </a:pPr>
            <a:r>
              <a:rPr lang="en-NZ" dirty="0"/>
              <a:t>Game Engine? Yes. Godot due to familiarity.</a:t>
            </a:r>
          </a:p>
        </p:txBody>
      </p:sp>
    </p:spTree>
    <p:extLst>
      <p:ext uri="{BB962C8B-B14F-4D97-AF65-F5344CB8AC3E}">
        <p14:creationId xmlns:p14="http://schemas.microsoft.com/office/powerpoint/2010/main" val="2333974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1496E-02A3-6983-E6A0-3B652560D8E7}"/>
              </a:ext>
            </a:extLst>
          </p:cNvPr>
          <p:cNvSpPr>
            <a:spLocks noGrp="1"/>
          </p:cNvSpPr>
          <p:nvPr>
            <p:ph type="title"/>
          </p:nvPr>
        </p:nvSpPr>
        <p:spPr/>
        <p:txBody>
          <a:bodyPr/>
          <a:lstStyle/>
          <a:p>
            <a:r>
              <a:rPr lang="en-US" dirty="0" err="1"/>
              <a:t>ProjecT</a:t>
            </a:r>
            <a:r>
              <a:rPr lang="en-US" dirty="0"/>
              <a:t> </a:t>
            </a:r>
            <a:r>
              <a:rPr lang="en-US" dirty="0" err="1"/>
              <a:t>IDea</a:t>
            </a:r>
          </a:p>
        </p:txBody>
      </p:sp>
      <p:sp>
        <p:nvSpPr>
          <p:cNvPr id="3" name="Content Placeholder 2">
            <a:extLst>
              <a:ext uri="{FF2B5EF4-FFF2-40B4-BE49-F238E27FC236}">
                <a16:creationId xmlns:a16="http://schemas.microsoft.com/office/drawing/2014/main" id="{37113AAB-6B72-5E01-A5A5-6C9E435AAFE1}"/>
              </a:ext>
            </a:extLst>
          </p:cNvPr>
          <p:cNvSpPr>
            <a:spLocks noGrp="1"/>
          </p:cNvSpPr>
          <p:nvPr>
            <p:ph idx="1"/>
          </p:nvPr>
        </p:nvSpPr>
        <p:spPr/>
        <p:txBody>
          <a:bodyPr vert="horz" lIns="91440" tIns="45720" rIns="91440" bIns="45720" rtlCol="0" anchor="t">
            <a:normAutofit/>
          </a:bodyPr>
          <a:lstStyle/>
          <a:p>
            <a:pPr marL="0" indent="0">
              <a:buNone/>
            </a:pPr>
            <a:r>
              <a:rPr lang="en-US" dirty="0"/>
              <a:t>Project Summary:</a:t>
            </a:r>
          </a:p>
          <a:p>
            <a:pPr marL="0" indent="0">
              <a:buNone/>
            </a:pPr>
            <a:r>
              <a:rPr lang="en-NZ" dirty="0"/>
              <a:t>A multi-key rhythm game</a:t>
            </a:r>
            <a:endParaRPr lang="en-US" dirty="0"/>
          </a:p>
          <a:p>
            <a:pPr marL="0" indent="0">
              <a:buNone/>
            </a:pPr>
            <a:r>
              <a:rPr lang="en-US" dirty="0"/>
              <a:t>Similar Projects:</a:t>
            </a:r>
          </a:p>
          <a:p>
            <a:pPr marL="0" indent="0">
              <a:buNone/>
            </a:pPr>
            <a:r>
              <a:rPr lang="en-NZ" dirty="0"/>
              <a:t>Project: RUSHER (A rhythm game on </a:t>
            </a:r>
            <a:r>
              <a:rPr lang="en-NZ" dirty="0" err="1"/>
              <a:t>roblox</a:t>
            </a:r>
            <a:r>
              <a:rPr lang="en-NZ" dirty="0"/>
              <a:t>)</a:t>
            </a:r>
          </a:p>
          <a:p>
            <a:pPr marL="0" indent="0">
              <a:buNone/>
            </a:pPr>
            <a:r>
              <a:rPr lang="en-NZ" dirty="0" err="1"/>
              <a:t>Osu</a:t>
            </a:r>
            <a:r>
              <a:rPr lang="en-NZ" dirty="0"/>
              <a:t>! Mania</a:t>
            </a:r>
          </a:p>
          <a:p>
            <a:pPr marL="0" indent="0">
              <a:buNone/>
            </a:pPr>
            <a:r>
              <a:rPr lang="en-NZ" dirty="0"/>
              <a:t>Quaver</a:t>
            </a:r>
            <a:endParaRPr lang="en-US" dirty="0"/>
          </a:p>
          <a:p>
            <a:pPr marL="0" indent="0">
              <a:buNone/>
            </a:pPr>
            <a:endParaRPr lang="en-US" dirty="0"/>
          </a:p>
        </p:txBody>
      </p:sp>
    </p:spTree>
    <p:extLst>
      <p:ext uri="{BB962C8B-B14F-4D97-AF65-F5344CB8AC3E}">
        <p14:creationId xmlns:p14="http://schemas.microsoft.com/office/powerpoint/2010/main" val="1958523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AC66-7FB4-08D1-812B-57A7D5D6505B}"/>
              </a:ext>
            </a:extLst>
          </p:cNvPr>
          <p:cNvSpPr>
            <a:spLocks noGrp="1"/>
          </p:cNvSpPr>
          <p:nvPr>
            <p:ph type="title"/>
          </p:nvPr>
        </p:nvSpPr>
        <p:spPr/>
        <p:txBody>
          <a:bodyPr/>
          <a:lstStyle/>
          <a:p>
            <a:r>
              <a:rPr lang="en-US" dirty="0"/>
              <a:t>Tools and Digital Components</a:t>
            </a:r>
          </a:p>
        </p:txBody>
      </p:sp>
      <p:sp>
        <p:nvSpPr>
          <p:cNvPr id="3" name="Content Placeholder 2">
            <a:extLst>
              <a:ext uri="{FF2B5EF4-FFF2-40B4-BE49-F238E27FC236}">
                <a16:creationId xmlns:a16="http://schemas.microsoft.com/office/drawing/2014/main" id="{203F0023-0465-3D31-8905-1FADEA5A915C}"/>
              </a:ext>
            </a:extLst>
          </p:cNvPr>
          <p:cNvSpPr>
            <a:spLocks noGrp="1"/>
          </p:cNvSpPr>
          <p:nvPr>
            <p:ph idx="1"/>
          </p:nvPr>
        </p:nvSpPr>
        <p:spPr/>
        <p:txBody>
          <a:bodyPr vert="horz" lIns="91440" tIns="45720" rIns="91440" bIns="45720" rtlCol="0" anchor="t">
            <a:normAutofit/>
          </a:bodyPr>
          <a:lstStyle/>
          <a:p>
            <a:pPr marL="0" indent="0">
              <a:buNone/>
            </a:pPr>
            <a:r>
              <a:rPr lang="en-US" dirty="0"/>
              <a:t>Please list the digital components you will use to create this outcome alongside its tools.</a:t>
            </a:r>
          </a:p>
          <a:p>
            <a:pPr marL="0" indent="0">
              <a:buNone/>
            </a:pPr>
            <a:r>
              <a:rPr lang="en-NZ" dirty="0"/>
              <a:t>Godot, image editing software (To create textures), the internet</a:t>
            </a:r>
          </a:p>
        </p:txBody>
      </p:sp>
    </p:spTree>
    <p:extLst>
      <p:ext uri="{BB962C8B-B14F-4D97-AF65-F5344CB8AC3E}">
        <p14:creationId xmlns:p14="http://schemas.microsoft.com/office/powerpoint/2010/main" val="3507841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18C49-306B-FE5E-BA2C-29524D525538}"/>
              </a:ext>
            </a:extLst>
          </p:cNvPr>
          <p:cNvSpPr>
            <a:spLocks noGrp="1"/>
          </p:cNvSpPr>
          <p:nvPr>
            <p:ph type="title"/>
          </p:nvPr>
        </p:nvSpPr>
        <p:spPr/>
        <p:txBody>
          <a:bodyPr/>
          <a:lstStyle/>
          <a:p>
            <a:r>
              <a:rPr lang="en-US" dirty="0"/>
              <a:t>Scope</a:t>
            </a:r>
          </a:p>
        </p:txBody>
      </p:sp>
      <p:sp>
        <p:nvSpPr>
          <p:cNvPr id="3" name="Content Placeholder 2">
            <a:extLst>
              <a:ext uri="{FF2B5EF4-FFF2-40B4-BE49-F238E27FC236}">
                <a16:creationId xmlns:a16="http://schemas.microsoft.com/office/drawing/2014/main" id="{15A69324-E68D-4B85-3950-A272E8F2C1EB}"/>
              </a:ext>
            </a:extLst>
          </p:cNvPr>
          <p:cNvSpPr>
            <a:spLocks noGrp="1"/>
          </p:cNvSpPr>
          <p:nvPr>
            <p:ph idx="1"/>
          </p:nvPr>
        </p:nvSpPr>
        <p:spPr>
          <a:xfrm>
            <a:off x="652371" y="2095500"/>
            <a:ext cx="10620855" cy="3848100"/>
          </a:xfrm>
        </p:spPr>
        <p:txBody>
          <a:bodyPr vert="horz" lIns="91440" tIns="45720" rIns="91440" bIns="45720" rtlCol="0" anchor="t">
            <a:normAutofit/>
          </a:bodyPr>
          <a:lstStyle/>
          <a:p>
            <a:pPr marL="0" indent="0">
              <a:buNone/>
            </a:pPr>
            <a:r>
              <a:rPr lang="en-US" dirty="0"/>
              <a:t>What is the scope of your project:</a:t>
            </a:r>
            <a:br>
              <a:rPr lang="en-US" dirty="0"/>
            </a:br>
            <a:r>
              <a:rPr lang="en-US" dirty="0"/>
              <a:t>The ability to pick a song to play and press any valid key to hit and remove notes during the song. When the song ends the user returns to the song select screen to play again.</a:t>
            </a:r>
          </a:p>
          <a:p>
            <a:pPr marL="0" indent="0">
              <a:buNone/>
            </a:pPr>
            <a:br>
              <a:rPr lang="en-US" dirty="0"/>
            </a:br>
            <a:r>
              <a:rPr lang="en-US" dirty="0"/>
              <a:t>Example:</a:t>
            </a:r>
            <a:br>
              <a:rPr lang="en-US" dirty="0"/>
            </a:br>
            <a:br>
              <a:rPr lang="en-US" dirty="0"/>
            </a:br>
            <a:r>
              <a:rPr lang="en-US" dirty="0"/>
              <a:t>A character that is animated that can walk on a field plant and water crops and collect them for money.</a:t>
            </a:r>
          </a:p>
        </p:txBody>
      </p:sp>
    </p:spTree>
    <p:extLst>
      <p:ext uri="{BB962C8B-B14F-4D97-AF65-F5344CB8AC3E}">
        <p14:creationId xmlns:p14="http://schemas.microsoft.com/office/powerpoint/2010/main" val="4053575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DF61F-EE91-47B7-7B8F-C3D013B6447D}"/>
              </a:ext>
            </a:extLst>
          </p:cNvPr>
          <p:cNvSpPr>
            <a:spLocks noGrp="1"/>
          </p:cNvSpPr>
          <p:nvPr>
            <p:ph type="title"/>
          </p:nvPr>
        </p:nvSpPr>
        <p:spPr/>
        <p:txBody>
          <a:bodyPr/>
          <a:lstStyle/>
          <a:p>
            <a:r>
              <a:rPr lang="en-US" dirty="0"/>
              <a:t>Standard Selection</a:t>
            </a:r>
          </a:p>
        </p:txBody>
      </p:sp>
      <p:graphicFrame>
        <p:nvGraphicFramePr>
          <p:cNvPr id="4" name="Content Placeholder 3">
            <a:extLst>
              <a:ext uri="{FF2B5EF4-FFF2-40B4-BE49-F238E27FC236}">
                <a16:creationId xmlns:a16="http://schemas.microsoft.com/office/drawing/2014/main" id="{79535626-46BA-59B2-4B66-29F686CCE1A2}"/>
              </a:ext>
            </a:extLst>
          </p:cNvPr>
          <p:cNvGraphicFramePr>
            <a:graphicFrameLocks noGrp="1"/>
          </p:cNvGraphicFramePr>
          <p:nvPr>
            <p:ph idx="1"/>
            <p:extLst>
              <p:ext uri="{D42A27DB-BD31-4B8C-83A1-F6EECF244321}">
                <p14:modId xmlns:p14="http://schemas.microsoft.com/office/powerpoint/2010/main" val="949948355"/>
              </p:ext>
            </p:extLst>
          </p:nvPr>
        </p:nvGraphicFramePr>
        <p:xfrm>
          <a:off x="1264210" y="2460401"/>
          <a:ext cx="9213154" cy="2590798"/>
        </p:xfrm>
        <a:graphic>
          <a:graphicData uri="http://schemas.openxmlformats.org/drawingml/2006/table">
            <a:tbl>
              <a:tblPr firstRow="1" bandRow="1">
                <a:tableStyleId>{5C22544A-7EE6-4342-B048-85BDC9FD1C3A}</a:tableStyleId>
              </a:tblPr>
              <a:tblGrid>
                <a:gridCol w="4606577">
                  <a:extLst>
                    <a:ext uri="{9D8B030D-6E8A-4147-A177-3AD203B41FA5}">
                      <a16:colId xmlns:a16="http://schemas.microsoft.com/office/drawing/2014/main" val="3206720092"/>
                    </a:ext>
                  </a:extLst>
                </a:gridCol>
                <a:gridCol w="4606577">
                  <a:extLst>
                    <a:ext uri="{9D8B030D-6E8A-4147-A177-3AD203B41FA5}">
                      <a16:colId xmlns:a16="http://schemas.microsoft.com/office/drawing/2014/main" val="3795951431"/>
                    </a:ext>
                  </a:extLst>
                </a:gridCol>
              </a:tblGrid>
              <a:tr h="370840">
                <a:tc>
                  <a:txBody>
                    <a:bodyPr/>
                    <a:lstStyle/>
                    <a:p>
                      <a:r>
                        <a:rPr lang="en-US" dirty="0"/>
                        <a:t>Standard Name</a:t>
                      </a:r>
                    </a:p>
                  </a:txBody>
                  <a:tcPr/>
                </a:tc>
                <a:tc>
                  <a:txBody>
                    <a:bodyPr/>
                    <a:lstStyle/>
                    <a:p>
                      <a:r>
                        <a:rPr lang="en-US" dirty="0"/>
                        <a:t>Credits</a:t>
                      </a:r>
                    </a:p>
                  </a:txBody>
                  <a:tcPr/>
                </a:tc>
                <a:extLst>
                  <a:ext uri="{0D108BD9-81ED-4DB2-BD59-A6C34878D82A}">
                    <a16:rowId xmlns:a16="http://schemas.microsoft.com/office/drawing/2014/main" val="4141079230"/>
                  </a:ext>
                </a:extLst>
              </a:tr>
              <a:tr h="370840">
                <a:tc>
                  <a:txBody>
                    <a:bodyPr/>
                    <a:lstStyle/>
                    <a:p>
                      <a:r>
                        <a:rPr lang="en-US" dirty="0"/>
                        <a:t>Develop an Outcome</a:t>
                      </a:r>
                    </a:p>
                  </a:txBody>
                  <a:tcPr/>
                </a:tc>
                <a:tc>
                  <a:txBody>
                    <a:bodyPr/>
                    <a:lstStyle/>
                    <a:p>
                      <a:r>
                        <a:rPr lang="en-US" dirty="0"/>
                        <a:t>6</a:t>
                      </a:r>
                    </a:p>
                  </a:txBody>
                  <a:tcPr/>
                </a:tc>
                <a:extLst>
                  <a:ext uri="{0D108BD9-81ED-4DB2-BD59-A6C34878D82A}">
                    <a16:rowId xmlns:a16="http://schemas.microsoft.com/office/drawing/2014/main" val="1721865429"/>
                  </a:ext>
                </a:extLst>
              </a:tr>
              <a:tr h="370840">
                <a:tc>
                  <a:txBody>
                    <a:bodyPr/>
                    <a:lstStyle/>
                    <a:p>
                      <a:r>
                        <a:rPr lang="en-US" dirty="0"/>
                        <a:t>External: Reflect on an outcome</a:t>
                      </a:r>
                    </a:p>
                  </a:txBody>
                  <a:tcPr/>
                </a:tc>
                <a:tc>
                  <a:txBody>
                    <a:bodyPr/>
                    <a:lstStyle/>
                    <a:p>
                      <a:r>
                        <a:rPr lang="en-US" dirty="0"/>
                        <a:t>3</a:t>
                      </a:r>
                    </a:p>
                  </a:txBody>
                  <a:tcPr/>
                </a:tc>
                <a:extLst>
                  <a:ext uri="{0D108BD9-81ED-4DB2-BD59-A6C34878D82A}">
                    <a16:rowId xmlns:a16="http://schemas.microsoft.com/office/drawing/2014/main" val="299936870"/>
                  </a:ext>
                </a:extLst>
              </a:tr>
              <a:tr h="362218">
                <a:tc>
                  <a:txBody>
                    <a:bodyPr/>
                    <a:lstStyle/>
                    <a:p>
                      <a:r>
                        <a:rPr lang="en-NZ" dirty="0"/>
                        <a:t>Programming</a:t>
                      </a:r>
                      <a:endParaRPr lang="en-US" dirty="0"/>
                    </a:p>
                  </a:txBody>
                  <a:tcPr/>
                </a:tc>
                <a:tc>
                  <a:txBody>
                    <a:bodyPr/>
                    <a:lstStyle/>
                    <a:p>
                      <a:r>
                        <a:rPr lang="en-NZ" dirty="0"/>
                        <a:t>6</a:t>
                      </a:r>
                      <a:endParaRPr lang="en-US" dirty="0"/>
                    </a:p>
                  </a:txBody>
                  <a:tcPr/>
                </a:tc>
                <a:extLst>
                  <a:ext uri="{0D108BD9-81ED-4DB2-BD59-A6C34878D82A}">
                    <a16:rowId xmlns:a16="http://schemas.microsoft.com/office/drawing/2014/main" val="1458126173"/>
                  </a:ext>
                </a:extLst>
              </a:tr>
              <a:tr h="370840">
                <a:tc>
                  <a:txBody>
                    <a:bodyPr/>
                    <a:lstStyle/>
                    <a:p>
                      <a:r>
                        <a:rPr lang="en-NZ" dirty="0"/>
                        <a:t>Media Outcome</a:t>
                      </a:r>
                      <a:endParaRPr lang="en-US" dirty="0"/>
                    </a:p>
                  </a:txBody>
                  <a:tcPr/>
                </a:tc>
                <a:tc>
                  <a:txBody>
                    <a:bodyPr/>
                    <a:lstStyle/>
                    <a:p>
                      <a:r>
                        <a:rPr lang="en-NZ" dirty="0"/>
                        <a:t>4</a:t>
                      </a:r>
                      <a:endParaRPr lang="en-US" dirty="0"/>
                    </a:p>
                  </a:txBody>
                  <a:tcPr/>
                </a:tc>
                <a:extLst>
                  <a:ext uri="{0D108BD9-81ED-4DB2-BD59-A6C34878D82A}">
                    <a16:rowId xmlns:a16="http://schemas.microsoft.com/office/drawing/2014/main" val="3107874793"/>
                  </a:ext>
                </a:extLst>
              </a:tr>
              <a:tr h="370839">
                <a:tc>
                  <a:txBody>
                    <a:bodyPr/>
                    <a:lstStyle/>
                    <a:p>
                      <a:pPr lvl="0">
                        <a:buNone/>
                      </a:pPr>
                      <a:endParaRPr lang="en-US" dirty="0"/>
                    </a:p>
                  </a:txBody>
                  <a:tcPr/>
                </a:tc>
                <a:tc>
                  <a:txBody>
                    <a:bodyPr/>
                    <a:lstStyle/>
                    <a:p>
                      <a:pPr lvl="0">
                        <a:buNone/>
                      </a:pPr>
                      <a:endParaRPr lang="en-US" dirty="0"/>
                    </a:p>
                  </a:txBody>
                  <a:tcPr/>
                </a:tc>
                <a:extLst>
                  <a:ext uri="{0D108BD9-81ED-4DB2-BD59-A6C34878D82A}">
                    <a16:rowId xmlns:a16="http://schemas.microsoft.com/office/drawing/2014/main" val="1718579536"/>
                  </a:ext>
                </a:extLst>
              </a:tr>
              <a:tr h="370839">
                <a:tc>
                  <a:txBody>
                    <a:bodyPr/>
                    <a:lstStyle/>
                    <a:p>
                      <a:pPr lvl="0">
                        <a:buNone/>
                      </a:pPr>
                      <a:r>
                        <a:rPr lang="en-US" b="1" dirty="0"/>
                        <a:t>Total</a:t>
                      </a:r>
                      <a:endParaRPr lang="en-US" dirty="0"/>
                    </a:p>
                  </a:txBody>
                  <a:tcPr/>
                </a:tc>
                <a:tc>
                  <a:txBody>
                    <a:bodyPr/>
                    <a:lstStyle/>
                    <a:p>
                      <a:pPr lvl="0">
                        <a:buNone/>
                      </a:pPr>
                      <a:r>
                        <a:rPr lang="en-NZ" dirty="0"/>
                        <a:t>19</a:t>
                      </a:r>
                      <a:endParaRPr lang="en-US" dirty="0"/>
                    </a:p>
                  </a:txBody>
                  <a:tcPr/>
                </a:tc>
                <a:extLst>
                  <a:ext uri="{0D108BD9-81ED-4DB2-BD59-A6C34878D82A}">
                    <a16:rowId xmlns:a16="http://schemas.microsoft.com/office/drawing/2014/main" val="2712907511"/>
                  </a:ext>
                </a:extLst>
              </a:tr>
            </a:tbl>
          </a:graphicData>
        </a:graphic>
      </p:graphicFrame>
    </p:spTree>
    <p:extLst>
      <p:ext uri="{BB962C8B-B14F-4D97-AF65-F5344CB8AC3E}">
        <p14:creationId xmlns:p14="http://schemas.microsoft.com/office/powerpoint/2010/main" val="2277227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D73A-B522-3F0F-79F8-8A68CD264D28}"/>
              </a:ext>
            </a:extLst>
          </p:cNvPr>
          <p:cNvSpPr>
            <a:spLocks noGrp="1"/>
          </p:cNvSpPr>
          <p:nvPr>
            <p:ph type="title"/>
          </p:nvPr>
        </p:nvSpPr>
        <p:spPr/>
        <p:txBody>
          <a:bodyPr/>
          <a:lstStyle/>
          <a:p>
            <a:r>
              <a:rPr lang="en-US" dirty="0"/>
              <a:t>Skills</a:t>
            </a:r>
          </a:p>
        </p:txBody>
      </p:sp>
      <p:sp>
        <p:nvSpPr>
          <p:cNvPr id="3" name="Text Placeholder 2">
            <a:extLst>
              <a:ext uri="{FF2B5EF4-FFF2-40B4-BE49-F238E27FC236}">
                <a16:creationId xmlns:a16="http://schemas.microsoft.com/office/drawing/2014/main" id="{1FB2DCC2-8EC2-2541-BF43-2E268E45802E}"/>
              </a:ext>
            </a:extLst>
          </p:cNvPr>
          <p:cNvSpPr>
            <a:spLocks noGrp="1"/>
          </p:cNvSpPr>
          <p:nvPr>
            <p:ph type="body" idx="1"/>
          </p:nvPr>
        </p:nvSpPr>
        <p:spPr/>
        <p:txBody>
          <a:bodyPr/>
          <a:lstStyle/>
          <a:p>
            <a:r>
              <a:rPr lang="en-US" dirty="0"/>
              <a:t>Skills I currently have </a:t>
            </a:r>
          </a:p>
        </p:txBody>
      </p:sp>
      <p:sp>
        <p:nvSpPr>
          <p:cNvPr id="4" name="Content Placeholder 3">
            <a:extLst>
              <a:ext uri="{FF2B5EF4-FFF2-40B4-BE49-F238E27FC236}">
                <a16:creationId xmlns:a16="http://schemas.microsoft.com/office/drawing/2014/main" id="{6F05F3AA-42BA-EE43-F2FE-F62BECCF4ED4}"/>
              </a:ext>
            </a:extLst>
          </p:cNvPr>
          <p:cNvSpPr>
            <a:spLocks noGrp="1"/>
          </p:cNvSpPr>
          <p:nvPr>
            <p:ph sz="half" idx="2"/>
          </p:nvPr>
        </p:nvSpPr>
        <p:spPr/>
        <p:txBody>
          <a:bodyPr/>
          <a:lstStyle/>
          <a:p>
            <a:r>
              <a:rPr lang="en-NZ" dirty="0"/>
              <a:t>Coding</a:t>
            </a:r>
          </a:p>
          <a:p>
            <a:r>
              <a:rPr lang="en-NZ" dirty="0"/>
              <a:t>Digital art</a:t>
            </a:r>
          </a:p>
          <a:p>
            <a:r>
              <a:rPr lang="en-NZ" dirty="0"/>
              <a:t>Problem solving</a:t>
            </a:r>
          </a:p>
        </p:txBody>
      </p:sp>
      <p:sp>
        <p:nvSpPr>
          <p:cNvPr id="5" name="Text Placeholder 4">
            <a:extLst>
              <a:ext uri="{FF2B5EF4-FFF2-40B4-BE49-F238E27FC236}">
                <a16:creationId xmlns:a16="http://schemas.microsoft.com/office/drawing/2014/main" id="{FA815E22-FB1E-984B-466C-7970D5396EE6}"/>
              </a:ext>
            </a:extLst>
          </p:cNvPr>
          <p:cNvSpPr>
            <a:spLocks noGrp="1"/>
          </p:cNvSpPr>
          <p:nvPr>
            <p:ph type="body" sz="quarter" idx="3"/>
          </p:nvPr>
        </p:nvSpPr>
        <p:spPr/>
        <p:txBody>
          <a:bodyPr/>
          <a:lstStyle/>
          <a:p>
            <a:r>
              <a:rPr lang="en-US" dirty="0"/>
              <a:t>Skills I need to learn</a:t>
            </a:r>
          </a:p>
        </p:txBody>
      </p:sp>
      <p:sp>
        <p:nvSpPr>
          <p:cNvPr id="6" name="Content Placeholder 5">
            <a:extLst>
              <a:ext uri="{FF2B5EF4-FFF2-40B4-BE49-F238E27FC236}">
                <a16:creationId xmlns:a16="http://schemas.microsoft.com/office/drawing/2014/main" id="{FB1322B3-BF66-5A21-3625-E57DFFE90C1E}"/>
              </a:ext>
            </a:extLst>
          </p:cNvPr>
          <p:cNvSpPr>
            <a:spLocks noGrp="1"/>
          </p:cNvSpPr>
          <p:nvPr>
            <p:ph sz="quarter" idx="4"/>
          </p:nvPr>
        </p:nvSpPr>
        <p:spPr/>
        <p:txBody>
          <a:bodyPr/>
          <a:lstStyle/>
          <a:p>
            <a:r>
              <a:rPr lang="en-NZ" dirty="0"/>
              <a:t>I’m unsure</a:t>
            </a:r>
            <a:endParaRPr lang="en-US" dirty="0"/>
          </a:p>
        </p:txBody>
      </p:sp>
    </p:spTree>
    <p:extLst>
      <p:ext uri="{BB962C8B-B14F-4D97-AF65-F5344CB8AC3E}">
        <p14:creationId xmlns:p14="http://schemas.microsoft.com/office/powerpoint/2010/main" val="1524250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F6547-5D16-A35F-6AC5-2FCAAF178EFE}"/>
              </a:ext>
            </a:extLst>
          </p:cNvPr>
          <p:cNvSpPr>
            <a:spLocks noGrp="1"/>
          </p:cNvSpPr>
          <p:nvPr>
            <p:ph type="title"/>
          </p:nvPr>
        </p:nvSpPr>
        <p:spPr/>
        <p:txBody>
          <a:bodyPr/>
          <a:lstStyle/>
          <a:p>
            <a:r>
              <a:rPr lang="en-US" dirty="0"/>
              <a:t>Teacher/Student Sign Off</a:t>
            </a:r>
          </a:p>
        </p:txBody>
      </p:sp>
      <p:sp>
        <p:nvSpPr>
          <p:cNvPr id="3" name="Content Placeholder 2">
            <a:extLst>
              <a:ext uri="{FF2B5EF4-FFF2-40B4-BE49-F238E27FC236}">
                <a16:creationId xmlns:a16="http://schemas.microsoft.com/office/drawing/2014/main" id="{2E4B33FD-9697-50BD-723B-F4F668A7CA3E}"/>
              </a:ext>
            </a:extLst>
          </p:cNvPr>
          <p:cNvSpPr>
            <a:spLocks noGrp="1"/>
          </p:cNvSpPr>
          <p:nvPr>
            <p:ph idx="1"/>
          </p:nvPr>
        </p:nvSpPr>
        <p:spPr/>
        <p:txBody>
          <a:bodyPr vert="horz" lIns="91440" tIns="45720" rIns="91440" bIns="45720" rtlCol="0" anchor="t">
            <a:normAutofit/>
          </a:bodyPr>
          <a:lstStyle/>
          <a:p>
            <a:pPr marL="0" indent="0">
              <a:buNone/>
            </a:pPr>
            <a:r>
              <a:rPr lang="en-US" dirty="0"/>
              <a:t>I Josh Dean am now committed to completing this project.</a:t>
            </a:r>
            <a:br>
              <a:rPr lang="en-US" dirty="0"/>
            </a:br>
            <a:br>
              <a:rPr lang="en-US" dirty="0"/>
            </a:br>
            <a:r>
              <a:rPr lang="en-US" dirty="0"/>
              <a:t>I will have 30 weeks to complete the entire project and if falling behind will take my own initiative to catch up.</a:t>
            </a:r>
          </a:p>
          <a:p>
            <a:pPr marL="0" indent="0">
              <a:buNone/>
            </a:pPr>
            <a:endParaRPr lang="en-US" dirty="0"/>
          </a:p>
          <a:p>
            <a:pPr marL="0" indent="0">
              <a:buNone/>
            </a:pPr>
            <a:br>
              <a:rPr lang="en-US" dirty="0"/>
            </a:br>
            <a:r>
              <a:rPr lang="en-US" dirty="0"/>
              <a:t>Signed: ___________________________________</a:t>
            </a:r>
            <a:br>
              <a:rPr lang="en-US" dirty="0"/>
            </a:br>
            <a:r>
              <a:rPr lang="en-US" dirty="0"/>
              <a:t>Teacher Sign Off:___________________________</a:t>
            </a:r>
          </a:p>
        </p:txBody>
      </p:sp>
    </p:spTree>
    <p:extLst>
      <p:ext uri="{BB962C8B-B14F-4D97-AF65-F5344CB8AC3E}">
        <p14:creationId xmlns:p14="http://schemas.microsoft.com/office/powerpoint/2010/main" val="176441271"/>
      </p:ext>
    </p:extLst>
  </p:cSld>
  <p:clrMapOvr>
    <a:masterClrMapping/>
  </p:clrMapOvr>
</p:sld>
</file>

<file path=ppt/theme/theme1.xml><?xml version="1.0" encoding="utf-8"?>
<a:theme xmlns:a="http://schemas.openxmlformats.org/drawingml/2006/main" name="CitationVTI">
  <a:themeElements>
    <a:clrScheme name="AnalogousFromLightSeedLeftStep">
      <a:dk1>
        <a:srgbClr val="000000"/>
      </a:dk1>
      <a:lt1>
        <a:srgbClr val="FFFFFF"/>
      </a:lt1>
      <a:dk2>
        <a:srgbClr val="2C2441"/>
      </a:dk2>
      <a:lt2>
        <a:srgbClr val="E4E8E2"/>
      </a:lt2>
      <a:accent1>
        <a:srgbClr val="C570ED"/>
      </a:accent1>
      <a:accent2>
        <a:srgbClr val="7850E9"/>
      </a:accent2>
      <a:accent3>
        <a:srgbClr val="7083ED"/>
      </a:accent3>
      <a:accent4>
        <a:srgbClr val="50A7E9"/>
      </a:accent4>
      <a:accent5>
        <a:srgbClr val="3CB4B6"/>
      </a:accent5>
      <a:accent6>
        <a:srgbClr val="38B784"/>
      </a:accent6>
      <a:hlink>
        <a:srgbClr val="688E56"/>
      </a:hlink>
      <a:folHlink>
        <a:srgbClr val="7F7F7F"/>
      </a:folHlink>
    </a:clrScheme>
    <a:fontScheme name="Grandview">
      <a:majorFont>
        <a:latin typeface="Grandview"/>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VTI" id="{4899D957-8B31-4AB5-A19D-CB0353FFB667}" vid="{430294D6-2412-4BD3-B567-F0976EA49313}"/>
    </a:ext>
  </a:extLst>
</a:theme>
</file>

<file path=docProps/app.xml><?xml version="1.0" encoding="utf-8"?>
<Properties xmlns="http://schemas.openxmlformats.org/officeDocument/2006/extended-properties" xmlns:vt="http://schemas.openxmlformats.org/officeDocument/2006/docPropsVTypes">
  <Template>office theme</Template>
  <TotalTime>73</TotalTime>
  <Words>296</Words>
  <Application>Microsoft Office PowerPoint</Application>
  <PresentationFormat>Widescreen</PresentationFormat>
  <Paragraphs>47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Grandview</vt:lpstr>
      <vt:lpstr>Grandview Display</vt:lpstr>
      <vt:lpstr>CitationVTI</vt:lpstr>
      <vt:lpstr>Project Proposal</vt:lpstr>
      <vt:lpstr>Brainstorm</vt:lpstr>
      <vt:lpstr>ProjecT IDea</vt:lpstr>
      <vt:lpstr>Tools and Digital Components</vt:lpstr>
      <vt:lpstr>Scope</vt:lpstr>
      <vt:lpstr>Standard Selection</vt:lpstr>
      <vt:lpstr>Skills</vt:lpstr>
      <vt:lpstr>Teacher/Student Sign Off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Proposal</dc:title>
  <dc:creator/>
  <cp:lastModifiedBy>JoshDean</cp:lastModifiedBy>
  <cp:revision>78</cp:revision>
  <dcterms:created xsi:type="dcterms:W3CDTF">2024-11-05T01:53:00Z</dcterms:created>
  <dcterms:modified xsi:type="dcterms:W3CDTF">2026-01-29T21:55:04Z</dcterms:modified>
</cp:coreProperties>
</file>